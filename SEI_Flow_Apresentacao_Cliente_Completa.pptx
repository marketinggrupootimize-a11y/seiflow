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942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ine_images/N68Gf.jp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Inteligente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Instituições de Ensino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escola do futuro não começa amanhã.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nova experiência de atendimento começa agora.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101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COMERCIAL  ·  2026  ·  DIRETORES E GESTORES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WhatsApp virou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recepção da escola.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pergunta.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pergunta.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responde.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Secretaria responde.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responde.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1A27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· Retrabalho · Demora ·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sobrecarregada</a:t>
            </a:r>
            <a:endParaRPr lang="en-US" sz="1600" dirty="0"/>
          </a:p>
        </p:txBody>
      </p:sp>
      <p:pic>
        <p:nvPicPr>
          <p:cNvPr id="8" name="Image 0" descr="/home/workdir/artifacts/imagine_images/xgss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457200"/>
            <a:ext cx="393192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457200"/>
            <a:ext cx="3931920" cy="4206240"/>
          </a:xfrm>
          <a:prstGeom prst="rect">
            <a:avLst/>
          </a:prstGeom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A DOR QUE CUSTA 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não é falta de esforço.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excesso de perguntas, canais e tarefas repetidas em uma operação que não para.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aluno pergunta e espera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demora e a experiência começa a falhar. A frustração cresce em silêncio.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6459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4290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2860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se sobrecarrega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290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Profissionais gastam horas copiando e colando as mesmas respostas repetidamente.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630936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286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vê o sinal tarde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0936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dados centralizados, a liderança só descobre a insatisfação quando o aluno já quer sair.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A MUDANÇA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sua instituição tivesse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equipe digital trabalhando 24/7?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férias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663440" y="21031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231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intervalo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200" y="33832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fila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4663440" y="33832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7784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perder informação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A PROPOSTA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chatbot.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inteligência operacional.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 +  IA  +  Conhecimento  +  Atendimento Humano  +  Gestão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1089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onde o aluno já está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57400" y="31089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246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4884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com contexto real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94760" y="31089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461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88620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da própria instituição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32120" y="31089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2461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62356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precisar de pessoas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269480" y="31089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32461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360920" y="4160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e controle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COMO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cérebro no WhatsApp.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 a pergunta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 a intenção do aluno de forma natural.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o conhecimento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a resposta apenas nos documentos autorizados.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ou chama ajuda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ou transfere para a equipe certa com contexto.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AGENTES ESPECIALIZADOS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IA. Vários especialistas.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agente com função, conhecimento e instruções próprias.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91440" cy="13716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Acadêmico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de curso, calendário, matrícula, notas e procedimentos pedagógicos.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63440" y="1554480"/>
            <a:ext cx="91440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2356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Boletos, mensalidades, renegociação, comprovantes e status de pagamento.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65760" y="3108960"/>
            <a:ext cx="91440" cy="13716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204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32588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Regulamentos, políticas, horários, estrutura e informações gerais.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63440" y="31089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4663440" y="3108960"/>
            <a:ext cx="91440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204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623560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Captação, informações de cursos, visitas e processo de matrícula.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CONHECIMENTO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instituição já tem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 transformamos esse conhecimento em inteligência operacional.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Manuais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Regulamentos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Processos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FAQs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Políticas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4114800" cy="320040"/>
          </a:xfrm>
          <a:prstGeom prst="roundRect">
            <a:avLst>
              <a:gd name="adj" fmla="val 1428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Documentos oficiais</a:t>
            </a:r>
            <a:endParaRPr lang="en-US" sz="1400" dirty="0"/>
          </a:p>
        </p:txBody>
      </p:sp>
      <p:pic>
        <p:nvPicPr>
          <p:cNvPr id="17" name="Image 0" descr="/home/workdir/artifacts/imagine_images/t7DJ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457200"/>
            <a:ext cx="3840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HUMANO +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substituição.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amplificação.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cuida do repetitivo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automáticas para dúvidas comuns, liberando a equipe do trabalho braçal. 24 horas por dia, 7 dias por semana.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· Consistência · Escala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cuida do sensível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2468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total em casos que exigem empatia, negociação e julgamento humano. O contexto completo chega junto.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Empatia · Decisão · Relacionamento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TRANSFORMAÇÃO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 do SEI Flow.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O aluno pergunta em vários lugares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 equipe repete a mesma resposta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O caso chega sem contexto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 gestão age tarde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WhatsApp cheio e desorganizado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0D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COM SEI 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 aluno inicia pelo WhatsApp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IA responde perguntas frequentes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equipe recebe conversa organizada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 gestão acompanha sinais e volume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703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Conhecimento centralizado e atualizado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O QUE MUDA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esforço. Mais resultado.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Retrabalho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Fila de mensagens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Tempo perdido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Perguntas repetitivas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Informação espalhada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Velocidade de resposta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Organização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Escala real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Experiência do aluno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Foco da equipe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O PACOTE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sua instituição está comprando.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115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Falar com o aluno onde ele já está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0F1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SeiflowIA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com base no conhecimento da instituição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8412480" cy="594360"/>
          </a:xfrm>
          <a:prstGeom prst="rect">
            <a:avLst/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de atendimento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Humanos acompanham e assumem conversas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0F1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 usuários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acessos, filas e responsabilidades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e monitoramento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uso, custo e capacidade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ENTREGÁVEIS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instituição recebe no dia a dia.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automático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contextualizada e imediata pelo WhatsApp.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716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IA configurados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4290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segmentada por assunto, área ou unidade.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1430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conhecimento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baseadas exclusivamente nos documentos da instituição.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2971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 humana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assume quando necessário, sem perder o contexto.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6120" y="2971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00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2900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 monitoramento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42900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 e acompanhamento do uso da IA.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26480" y="297180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004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0936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acessos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30936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empresas, unidades, usuários e perfis.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INVESTIMENTO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está comprando IA.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está comprando tempo.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1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R$ 999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conversas/mês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0D3D3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STAND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R$ 1.499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conversas/mês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11C2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R$ 3.499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/mês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3.000 conversas/mês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INICIAL  ·  A partir de R$ 5.250 (conforme volume e complexidade)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Configuração, agentes, base de conhecimento e ambiente de atendimento. Condições promocionais de lançamento disponíveis.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PREPARAÇÃO PARA O PILOTO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começa pequeno e mede grande.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2527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canal ou unidade entra primeiro?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são as 20 perguntas mais repetidas?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documentos a IA poderá consultar?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337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equipe humana deve assumir?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1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indicadores definem sucesso no piloto?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imagine_images/N68Gf.jp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não é quanto custa o SEI Flow.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é: quanto custa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fazendo do jeito antigo?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9260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28600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30 minutos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colocar a primeira IA da sua instituição para trabalhar?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FLOW  ·  Atendimento inteligente. Escala real. Experiência digital.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929</Words>
  <Application>Microsoft Office PowerPoint</Application>
  <PresentationFormat>Apresentação na tela (16:9)</PresentationFormat>
  <Paragraphs>205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 Flow - Apresentação Comercial</dc:title>
  <dc:subject>Atendimento Inteligente para Instituições de Ensino</dc:subject>
  <dc:creator>SEI Flow</dc:creator>
  <cp:lastModifiedBy>Financeiro Otimize</cp:lastModifiedBy>
  <cp:revision>3</cp:revision>
  <dcterms:created xsi:type="dcterms:W3CDTF">2026-08-17T17:44:39Z</dcterms:created>
  <dcterms:modified xsi:type="dcterms:W3CDTF">2026-08-19T20:09:16Z</dcterms:modified>
</cp:coreProperties>
</file>